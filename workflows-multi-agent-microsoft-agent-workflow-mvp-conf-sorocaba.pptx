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66" r:id="rId13"/>
    <p:sldId id="267" r:id="rId14"/>
    <p:sldId id="269" r:id="rId15"/>
    <p:sldId id="270" r:id="rId16"/>
    <p:sldId id="272" r:id="rId17"/>
    <p:sldId id="271" r:id="rId18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3"/>
  </p:normalViewPr>
  <p:slideViewPr>
    <p:cSldViewPr snapToGrid="0">
      <p:cViewPr varScale="1">
        <p:scale>
          <a:sx n="195" d="100"/>
          <a:sy n="195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61C7A-551F-F564-D5A8-51EF81D77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1201EA-900E-59A0-EB6D-1D48271BC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9C811-8349-581B-C383-51E68EC02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4F3A7-5758-38EB-0C59-A834BAD0729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929102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3B5BD-99E8-581E-9E23-B8C34E8A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A47D5-F26B-DB0D-2976-503A56579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3F646-B6C7-56E5-85C0-82C95F579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6DC0A-CB19-01EB-CF74-560FF6A87C5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67922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59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869CF17-DAA2-462B-B6FF-7BD0A5498D2E}"/>
              </a:ext>
            </a:extLst>
          </p:cNvPr>
          <p:cNvSpPr>
            <a:spLocks noGrp="1"/>
          </p:cNvSpPr>
          <p:nvPr/>
        </p:nvSpPr>
        <p:spPr>
          <a:xfrm>
            <a:off x="438150" y="2857500"/>
            <a:ext cx="3286125" cy="2095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ABCA2-9C55-41D7-A344-B631A3E47341}"/>
              </a:ext>
            </a:extLst>
          </p:cNvPr>
          <p:cNvSpPr>
            <a:spLocks noGrp="1"/>
          </p:cNvSpPr>
          <p:nvPr/>
        </p:nvSpPr>
        <p:spPr>
          <a:xfrm>
            <a:off x="466725" y="28575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12 de junho de 2026 · 15:00-15:40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7627B-E6E7-482B-9D9F-6F8FFFEA3A0F}"/>
              </a:ext>
            </a:extLst>
          </p:cNvPr>
          <p:cNvSpPr>
            <a:spLocks noGrp="1"/>
          </p:cNvSpPr>
          <p:nvPr/>
        </p:nvSpPr>
        <p:spPr>
          <a:xfrm>
            <a:off x="466725" y="3105150"/>
            <a:ext cx="2190750" cy="238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85725" tIns="38100" rIns="85725" bIns="28575" anchor="t"/>
          <a:lstStyle/>
          <a:p>
            <a:pPr algn="l">
              <a:def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 CONF REGIONAL SOROCABA</a:t>
            </a:r>
          </a:p>
        </p:txBody>
      </p:sp>
    </p:spTree>
    <p:extLst>
      <p:ext uri="{BB962C8B-B14F-4D97-AF65-F5344CB8AC3E}">
        <p14:creationId xmlns:p14="http://schemas.microsoft.com/office/powerpoint/2010/main" val="620002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-14395"/>
            <a:ext cx="9144000" cy="53845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388B052-403C-47F4-8796-BA5AC040DBD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3714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Sobre mim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AAE115-366B-4A37-94C7-C1BD3B56F218}"/>
              </a:ext>
            </a:extLst>
          </p:cNvPr>
          <p:cNvSpPr>
            <a:spLocks noGrp="1"/>
          </p:cNvSpPr>
          <p:nvPr/>
        </p:nvSpPr>
        <p:spPr>
          <a:xfrm>
            <a:off x="457200" y="13906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2BEAE4-3E19-4BD7-ABEB-3AA1E136AA8D}"/>
              </a:ext>
            </a:extLst>
          </p:cNvPr>
          <p:cNvSpPr>
            <a:spLocks noGrp="1"/>
          </p:cNvSpPr>
          <p:nvPr/>
        </p:nvSpPr>
        <p:spPr>
          <a:xfrm>
            <a:off x="4743449" y="914400"/>
            <a:ext cx="1566915" cy="1565999"/>
          </a:xfrm>
          <a:prstGeom prst="rect">
            <a:avLst/>
          </a:prstGeom>
          <a:blipFill dpi="0" rotWithShape="1">
            <a:blip r:embed="rId4"/>
            <a:srcRect/>
            <a:tile tx="0" ty="0" sx="20000" sy="20000" flip="none" algn="ctr"/>
          </a:blipFill>
          <a:ln w="2857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D60214-B561-42D9-82E1-EF5A17E951D0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Gustavo Bellini Bigardi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2C2192-CD02-4435-A5C1-26D91F130D2D}"/>
              </a:ext>
            </a:extLst>
          </p:cNvPr>
          <p:cNvSpPr>
            <a:spLocks noGrp="1"/>
          </p:cNvSpPr>
          <p:nvPr/>
        </p:nvSpPr>
        <p:spPr>
          <a:xfrm>
            <a:off x="457200" y="2019300"/>
            <a:ext cx="3714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CTO,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Desenvolvedor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.NET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entusiasta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 IA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aplicada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produtos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reais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baterista nas horas vagas.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0DF9CC-EAB3-46BD-B94F-1795275FA998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2CB32F-C056-49C5-970B-8A569B4B8B8C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FB634B-C47E-4F51-B8C9-BE0392DEE7CA}"/>
              </a:ext>
            </a:extLst>
          </p:cNvPr>
          <p:cNvSpPr>
            <a:spLocks noGrp="1"/>
          </p:cNvSpPr>
          <p:nvPr/>
        </p:nvSpPr>
        <p:spPr>
          <a:xfrm>
            <a:off x="628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69D624-4788-44CE-ADBF-6E46B9372E1C}"/>
              </a:ext>
            </a:extLst>
          </p:cNvPr>
          <p:cNvSpPr>
            <a:spLocks noGrp="1"/>
          </p:cNvSpPr>
          <p:nvPr/>
        </p:nvSpPr>
        <p:spPr>
          <a:xfrm>
            <a:off x="628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.NET · C# · Blazor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Node · React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01C16-3E85-42B7-81CA-CB0ADBF2313F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4CFBFC-2287-4BC9-A9A3-BDF95C754727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0AD611-262D-488F-A12B-DF052C9B7464}"/>
              </a:ext>
            </a:extLst>
          </p:cNvPr>
          <p:cNvSpPr>
            <a:spLocks noGrp="1"/>
          </p:cNvSpPr>
          <p:nvPr/>
        </p:nvSpPr>
        <p:spPr>
          <a:xfrm>
            <a:off x="2533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Role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212321-0A60-4991-8219-F11C42178978}"/>
              </a:ext>
            </a:extLst>
          </p:cNvPr>
          <p:cNvSpPr>
            <a:spLocks noGrp="1"/>
          </p:cNvSpPr>
          <p:nvPr/>
        </p:nvSpPr>
        <p:spPr>
          <a:xfrm>
            <a:off x="2533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Trabalho como Consultor e CTO na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Clarus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IT</a:t>
            </a: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Jundiaí - SP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85C926B-338C-4D01-866E-931838CDA05A}"/>
              </a:ext>
            </a:extLst>
          </p:cNvPr>
          <p:cNvSpPr>
            <a:spLocks noGrp="1"/>
          </p:cNvSpPr>
          <p:nvPr/>
        </p:nvSpPr>
        <p:spPr>
          <a:xfrm>
            <a:off x="457199" y="742950"/>
            <a:ext cx="7171509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 com Microsoft Agent Workflow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C28520-A74A-4682-AD43-96D040262FD1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24D692-D482-447F-9E53-DBFBA6FAA68F}"/>
              </a:ext>
            </a:extLst>
          </p:cNvPr>
          <p:cNvSpPr>
            <a:spLocks noGrp="1"/>
          </p:cNvSpPr>
          <p:nvPr/>
        </p:nvSpPr>
        <p:spPr>
          <a:xfrm>
            <a:off x="457200" y="1790700"/>
            <a:ext cx="7239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Quando um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sozinho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gargalo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o workflow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contrato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: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define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ordem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responsabilidade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para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vários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colaborarem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655E0-ABCE-416A-B11A-5591F01149E3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64D5D-8420-4A26-B11B-253A707B1E69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5E98E0-D604-40FE-B4E6-B60D0AD43D57}"/>
              </a:ext>
            </a:extLst>
          </p:cNvPr>
          <p:cNvSpPr>
            <a:spLocks noGrp="1"/>
          </p:cNvSpPr>
          <p:nvPr/>
        </p:nvSpPr>
        <p:spPr>
          <a:xfrm>
            <a:off x="6286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96E217-9DE8-4912-A23C-4A43D3FEF310}"/>
              </a:ext>
            </a:extLst>
          </p:cNvPr>
          <p:cNvSpPr>
            <a:spLocks noGrp="1"/>
          </p:cNvSpPr>
          <p:nvPr/>
        </p:nvSpPr>
        <p:spPr>
          <a:xfrm>
            <a:off x="6286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que raciocinam, usam ferramentas e produzem decisões intermediárias.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B748DF-273B-4EAC-8613-64A158B4D55A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F5C8C8-B998-4489-BBBE-EC7FADE603E0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5B38FA-AEC7-4A15-AACB-B3A92862E04D}"/>
              </a:ext>
            </a:extLst>
          </p:cNvPr>
          <p:cNvSpPr>
            <a:spLocks noGrp="1"/>
          </p:cNvSpPr>
          <p:nvPr/>
        </p:nvSpPr>
        <p:spPr>
          <a:xfrm>
            <a:off x="32194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770F94-7484-42B0-BD2C-6D8E22B8ED60}"/>
              </a:ext>
            </a:extLst>
          </p:cNvPr>
          <p:cNvSpPr>
            <a:spLocks noGrp="1"/>
          </p:cNvSpPr>
          <p:nvPr/>
        </p:nvSpPr>
        <p:spPr>
          <a:xfrm>
            <a:off x="32194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malha que coordena execução, mensagens, estado e pontos de controle.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2F537-45E8-419F-96F9-F69042137883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443E1C-7765-4CA7-9041-D7D182CDD392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F8096C-3930-4556-9EEF-73287120D282}"/>
              </a:ext>
            </a:extLst>
          </p:cNvPr>
          <p:cNvSpPr>
            <a:spLocks noGrp="1"/>
          </p:cNvSpPr>
          <p:nvPr/>
        </p:nvSpPr>
        <p:spPr>
          <a:xfrm>
            <a:off x="58102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Experiência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6B0E32-00DF-428D-8C2F-54702747DBFF}"/>
              </a:ext>
            </a:extLst>
          </p:cNvPr>
          <p:cNvSpPr>
            <a:spLocks noGrp="1"/>
          </p:cNvSpPr>
          <p:nvPr/>
        </p:nvSpPr>
        <p:spPr>
          <a:xfrm>
            <a:off x="58102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expõe progresso, revisão humana e resultado final de forma previsível.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D0C1E9A-CEBF-4AE2-90AE-3174704EE281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476794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problema</a:t>
            </a: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(sempre tem um)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9566FB-71C1-4C1C-83CC-410F0DF576F4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1EE00-828B-45BF-825B-361DD2095935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5381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Colocar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IA no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caminho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perder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7D2A6-99AD-49DF-B901-33318C99A1C6}"/>
              </a:ext>
            </a:extLst>
          </p:cNvPr>
          <p:cNvSpPr>
            <a:spLocks noGrp="1"/>
          </p:cNvSpPr>
          <p:nvPr/>
        </p:nvSpPr>
        <p:spPr>
          <a:xfrm>
            <a:off x="457200" y="23616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DF1AF5-9A25-4965-BD0E-4AE72B08E2E4}"/>
              </a:ext>
            </a:extLst>
          </p:cNvPr>
          <p:cNvSpPr>
            <a:spLocks noGrp="1"/>
          </p:cNvSpPr>
          <p:nvPr/>
        </p:nvSpPr>
        <p:spPr>
          <a:xfrm>
            <a:off x="742950" y="23336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Caixa-preta: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sei qual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etapa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falhou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quê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85587C-EB28-4F39-B885-A78314565E76}"/>
              </a:ext>
            </a:extLst>
          </p:cNvPr>
          <p:cNvSpPr>
            <a:spLocks noGrp="1"/>
          </p:cNvSpPr>
          <p:nvPr/>
        </p:nvSpPr>
        <p:spPr>
          <a:xfrm>
            <a:off x="457200" y="28569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04ABE0-22CA-44FF-912D-5D27FDC3AB07}"/>
              </a:ext>
            </a:extLst>
          </p:cNvPr>
          <p:cNvSpPr>
            <a:spLocks noGrp="1"/>
          </p:cNvSpPr>
          <p:nvPr/>
        </p:nvSpPr>
        <p:spPr>
          <a:xfrm>
            <a:off x="742950" y="28289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Acoplamento: um prompt gigante tenta fazer o trabalho de um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44B56-CCF9-4420-9609-EC812E1DB989}"/>
              </a:ext>
            </a:extLst>
          </p:cNvPr>
          <p:cNvSpPr>
            <a:spLocks noGrp="1"/>
          </p:cNvSpPr>
          <p:nvPr/>
        </p:nvSpPr>
        <p:spPr>
          <a:xfrm>
            <a:off x="457200" y="33522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9009C3-8A18-48B7-9B28-3E69E34074FB}"/>
              </a:ext>
            </a:extLst>
          </p:cNvPr>
          <p:cNvSpPr>
            <a:spLocks noGrp="1"/>
          </p:cNvSpPr>
          <p:nvPr/>
        </p:nvSpPr>
        <p:spPr>
          <a:xfrm>
            <a:off x="742950" y="33242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Retrabalho: cada feature recria logging, estado e retry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66829C-754E-4572-8F53-3792894D18E6}"/>
              </a:ext>
            </a:extLst>
          </p:cNvPr>
          <p:cNvSpPr>
            <a:spLocks noGrp="1"/>
          </p:cNvSpPr>
          <p:nvPr/>
        </p:nvSpPr>
        <p:spPr>
          <a:xfrm>
            <a:off x="457200" y="38475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EF790B-EA64-44F6-AA9D-3C48E700807E}"/>
              </a:ext>
            </a:extLst>
          </p:cNvPr>
          <p:cNvSpPr>
            <a:spLocks noGrp="1"/>
          </p:cNvSpPr>
          <p:nvPr/>
        </p:nvSpPr>
        <p:spPr>
          <a:xfrm>
            <a:off x="742950" y="38195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UX frágil: o usuário só vê 'pensando...' até o fim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D843B2-5C80-4AAB-94CF-1565B024406A}"/>
              </a:ext>
            </a:extLst>
          </p:cNvPr>
          <p:cNvSpPr>
            <a:spLocks noGrp="1"/>
          </p:cNvSpPr>
          <p:nvPr/>
        </p:nvSpPr>
        <p:spPr>
          <a:xfrm>
            <a:off x="5838825" y="3324225"/>
            <a:ext cx="1877786" cy="695325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uma resposta de engenharia: separa intenção, etapas, agentes e telemetria.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9E2F31-1B54-40FB-A643-3339197E2ED9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438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 ou workflow?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B88CC3-B57D-4A3D-A2DF-F35322FB3A48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0B24A0-571D-46D8-ACB1-F036DE9DBC66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F11652-C276-49EF-B934-A52E425E8D18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76200" cy="1809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DEE9A1-44C3-4704-90DA-CC8092E57B56}"/>
              </a:ext>
            </a:extLst>
          </p:cNvPr>
          <p:cNvSpPr>
            <a:spLocks noGrp="1"/>
          </p:cNvSpPr>
          <p:nvPr/>
        </p:nvSpPr>
        <p:spPr>
          <a:xfrm>
            <a:off x="695325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agente quando...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1782CC-98A8-4865-86FD-2B2110BD4597}"/>
              </a:ext>
            </a:extLst>
          </p:cNvPr>
          <p:cNvSpPr>
            <a:spLocks noGrp="1"/>
          </p:cNvSpPr>
          <p:nvPr/>
        </p:nvSpPr>
        <p:spPr>
          <a:xfrm>
            <a:off x="695325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tarefa é aberta, conversacional ou exploratória.</a:t>
            </a:r>
          </a:p>
          <a:p>
            <a:endParaRPr sz="975" b="0">
              <a:solidFill>
                <a:srgbClr val="111111"/>
              </a:solidFill>
              <a:latin typeface="Arial"/>
              <a:ea typeface="Arial"/>
              <a:cs typeface="Arial"/>
            </a:endParaRP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modelo pode planejar, chamar ferramentas e responder com autonomia controlada.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070327-F31F-4D93-A78E-317A86CE6137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9BA136-0EBA-4904-809D-70045AC39D90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76200" cy="1809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EEFFFE-DB2E-46DD-BF7F-315472653024}"/>
              </a:ext>
            </a:extLst>
          </p:cNvPr>
          <p:cNvSpPr>
            <a:spLocks noGrp="1"/>
          </p:cNvSpPr>
          <p:nvPr/>
        </p:nvSpPr>
        <p:spPr>
          <a:xfrm>
            <a:off x="4648200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workflow quando...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6F56FA-1CF1-40E2-8443-E3A2BB3EA120}"/>
              </a:ext>
            </a:extLst>
          </p:cNvPr>
          <p:cNvSpPr>
            <a:spLocks noGrp="1"/>
          </p:cNvSpPr>
          <p:nvPr/>
        </p:nvSpPr>
        <p:spPr>
          <a:xfrm>
            <a:off x="4648200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processo tem etapas definidas, precisa de ordem explícita ou vários agentes/funções precisam coordenar.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E8F8-ACAB-4FBA-A80F-8A345A01789F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7048500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Regra de bolso: se você consegue desenhar as etapas no quadro, provavelmente existe um workflow querendo nascer.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A3F6C73-C438-4BD1-8AFE-362506949808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143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entra no pacote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F84550-FD65-47A6-8EBC-C86DB072B6A6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C78C23-5BA8-464E-AA13-BD6473596692}"/>
              </a:ext>
            </a:extLst>
          </p:cNvPr>
          <p:cNvSpPr>
            <a:spLocks noGrp="1"/>
          </p:cNvSpPr>
          <p:nvPr/>
        </p:nvSpPr>
        <p:spPr>
          <a:xfrm>
            <a:off x="514350" y="15716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50B730-1EE6-4AF4-8B5D-D3A9FED7E521}"/>
              </a:ext>
            </a:extLst>
          </p:cNvPr>
          <p:cNvSpPr>
            <a:spLocks noGrp="1"/>
          </p:cNvSpPr>
          <p:nvPr/>
        </p:nvSpPr>
        <p:spPr>
          <a:xfrm>
            <a:off x="514350" y="16709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7CC31-5CE0-465D-8CD4-C66C3D38FEE4}"/>
              </a:ext>
            </a:extLst>
          </p:cNvPr>
          <p:cNvSpPr>
            <a:spLocks noGrp="1"/>
          </p:cNvSpPr>
          <p:nvPr/>
        </p:nvSpPr>
        <p:spPr>
          <a:xfrm>
            <a:off x="1666875" y="15525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SDK/runtime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F769D0-7031-448A-9EE2-95909BBB763C}"/>
              </a:ext>
            </a:extLst>
          </p:cNvPr>
          <p:cNvSpPr>
            <a:spLocks noGrp="1"/>
          </p:cNvSpPr>
          <p:nvPr/>
        </p:nvSpPr>
        <p:spPr>
          <a:xfrm>
            <a:off x="1666875" y="18383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Modelo comum para .NET e Python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654615-986E-48A5-9D63-922B0425C9C8}"/>
              </a:ext>
            </a:extLst>
          </p:cNvPr>
          <p:cNvSpPr>
            <a:spLocks noGrp="1"/>
          </p:cNvSpPr>
          <p:nvPr/>
        </p:nvSpPr>
        <p:spPr>
          <a:xfrm>
            <a:off x="514350" y="22383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AE3A96-DCA7-4D2F-A2BF-16C014DEDEED}"/>
              </a:ext>
            </a:extLst>
          </p:cNvPr>
          <p:cNvSpPr>
            <a:spLocks noGrp="1"/>
          </p:cNvSpPr>
          <p:nvPr/>
        </p:nvSpPr>
        <p:spPr>
          <a:xfrm>
            <a:off x="514350" y="23377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51CD1-58C7-4ACA-90FD-85B8E3EAB73F}"/>
              </a:ext>
            </a:extLst>
          </p:cNvPr>
          <p:cNvSpPr>
            <a:spLocks noGrp="1"/>
          </p:cNvSpPr>
          <p:nvPr/>
        </p:nvSpPr>
        <p:spPr>
          <a:xfrm>
            <a:off x="1666875" y="22193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5BC4A2-9C46-4EA2-99E1-36A749538620}"/>
              </a:ext>
            </a:extLst>
          </p:cNvPr>
          <p:cNvSpPr>
            <a:spLocks noGrp="1"/>
          </p:cNvSpPr>
          <p:nvPr/>
        </p:nvSpPr>
        <p:spPr>
          <a:xfrm>
            <a:off x="1666875" y="25050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Instruções, ferramentas, provedores e memória/contexto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CE3BC1-B880-470B-AFE2-B4F27C013B32}"/>
              </a:ext>
            </a:extLst>
          </p:cNvPr>
          <p:cNvSpPr>
            <a:spLocks noGrp="1"/>
          </p:cNvSpPr>
          <p:nvPr/>
        </p:nvSpPr>
        <p:spPr>
          <a:xfrm>
            <a:off x="514350" y="29051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231CB-F547-43B8-946B-33B772AD9E09}"/>
              </a:ext>
            </a:extLst>
          </p:cNvPr>
          <p:cNvSpPr>
            <a:spLocks noGrp="1"/>
          </p:cNvSpPr>
          <p:nvPr/>
        </p:nvSpPr>
        <p:spPr>
          <a:xfrm>
            <a:off x="514350" y="30044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37AB1-2F5A-4CAA-A89D-BD5BF8E31033}"/>
              </a:ext>
            </a:extLst>
          </p:cNvPr>
          <p:cNvSpPr>
            <a:spLocks noGrp="1"/>
          </p:cNvSpPr>
          <p:nvPr/>
        </p:nvSpPr>
        <p:spPr>
          <a:xfrm>
            <a:off x="1666875" y="28860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36ED1C-F2D1-41AD-89C6-567BE78BD811}"/>
              </a:ext>
            </a:extLst>
          </p:cNvPr>
          <p:cNvSpPr>
            <a:spLocks noGrp="1"/>
          </p:cNvSpPr>
          <p:nvPr/>
        </p:nvSpPr>
        <p:spPr>
          <a:xfrm>
            <a:off x="1666875" y="31718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Executors, edges, eventos, estado e checkpoints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CF5F7B-8993-40CA-84B6-1622CCA26865}"/>
              </a:ext>
            </a:extLst>
          </p:cNvPr>
          <p:cNvSpPr>
            <a:spLocks noGrp="1"/>
          </p:cNvSpPr>
          <p:nvPr/>
        </p:nvSpPr>
        <p:spPr>
          <a:xfrm>
            <a:off x="514350" y="35718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527036-F274-4A5D-A376-6DC82EB40017}"/>
              </a:ext>
            </a:extLst>
          </p:cNvPr>
          <p:cNvSpPr>
            <a:spLocks noGrp="1"/>
          </p:cNvSpPr>
          <p:nvPr/>
        </p:nvSpPr>
        <p:spPr>
          <a:xfrm>
            <a:off x="514350" y="36712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21A8D9-729A-46A7-A2F0-E4B326A7E501}"/>
              </a:ext>
            </a:extLst>
          </p:cNvPr>
          <p:cNvSpPr>
            <a:spLocks noGrp="1"/>
          </p:cNvSpPr>
          <p:nvPr/>
        </p:nvSpPr>
        <p:spPr>
          <a:xfrm>
            <a:off x="1666875" y="35528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6AA500-ECDB-4D5B-B9DF-6D6BCA148C64}"/>
              </a:ext>
            </a:extLst>
          </p:cNvPr>
          <p:cNvSpPr>
            <a:spLocks noGrp="1"/>
          </p:cNvSpPr>
          <p:nvPr/>
        </p:nvSpPr>
        <p:spPr>
          <a:xfrm>
            <a:off x="1666875" y="38385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MCP, OpenAPI, Foundry/Azure e aplicações .NET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C616C1-C84F-46ED-99C2-24CFAFF99DAB}"/>
              </a:ext>
            </a:extLst>
          </p:cNvPr>
          <p:cNvSpPr>
            <a:spLocks noGrp="1"/>
          </p:cNvSpPr>
          <p:nvPr/>
        </p:nvSpPr>
        <p:spPr>
          <a:xfrm>
            <a:off x="514350" y="4192768"/>
            <a:ext cx="5429250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ganho não é 'mais agentes'. É programação explícita para colaboração entre agentes.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C7F7FD5-05DB-4FA8-BD1A-799C13631358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 grafo de decisões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043FD4-28D5-4F53-921B-E9A2FF725FFA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094A-DA8A-403F-83F6-3E8AD6838BCF}"/>
              </a:ext>
            </a:extLst>
          </p:cNvPr>
          <p:cNvSpPr>
            <a:spLocks noGrp="1"/>
          </p:cNvSpPr>
          <p:nvPr/>
        </p:nvSpPr>
        <p:spPr>
          <a:xfrm>
            <a:off x="590550" y="2095500"/>
            <a:ext cx="10287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6F14B-7448-441D-9B73-C81C32EF7077}"/>
              </a:ext>
            </a:extLst>
          </p:cNvPr>
          <p:cNvSpPr>
            <a:spLocks noGrp="1"/>
          </p:cNvSpPr>
          <p:nvPr/>
        </p:nvSpPr>
        <p:spPr>
          <a:xfrm>
            <a:off x="666750" y="2168163"/>
            <a:ext cx="8763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Entrada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usuário</a:t>
            </a: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/UI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A4CF38-B49E-4E7E-B130-23652F7B0974}"/>
              </a:ext>
            </a:extLst>
          </p:cNvPr>
          <p:cNvSpPr>
            <a:spLocks noGrp="1"/>
          </p:cNvSpPr>
          <p:nvPr/>
        </p:nvSpPr>
        <p:spPr>
          <a:xfrm>
            <a:off x="1619250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F1F6BF-649F-469A-8649-B58BC8B02AEC}"/>
              </a:ext>
            </a:extLst>
          </p:cNvPr>
          <p:cNvSpPr>
            <a:spLocks noGrp="1"/>
          </p:cNvSpPr>
          <p:nvPr/>
        </p:nvSpPr>
        <p:spPr>
          <a:xfrm>
            <a:off x="2019300" y="2095500"/>
            <a:ext cx="1000125" cy="6286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642478-B040-4C0C-82E7-3829CB80A778}"/>
              </a:ext>
            </a:extLst>
          </p:cNvPr>
          <p:cNvSpPr>
            <a:spLocks noGrp="1"/>
          </p:cNvSpPr>
          <p:nvPr/>
        </p:nvSpPr>
        <p:spPr>
          <a:xfrm>
            <a:off x="2095500" y="2168163"/>
            <a:ext cx="847725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66D60-F5BD-414B-AE52-06B42436A9BC}"/>
              </a:ext>
            </a:extLst>
          </p:cNvPr>
          <p:cNvSpPr>
            <a:spLocks noGrp="1"/>
          </p:cNvSpPr>
          <p:nvPr/>
        </p:nvSpPr>
        <p:spPr>
          <a:xfrm>
            <a:off x="3019425" y="2400300"/>
            <a:ext cx="3619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DCE9A8-BB65-438A-B16B-2E985133C946}"/>
              </a:ext>
            </a:extLst>
          </p:cNvPr>
          <p:cNvSpPr>
            <a:spLocks noGrp="1"/>
          </p:cNvSpPr>
          <p:nvPr/>
        </p:nvSpPr>
        <p:spPr>
          <a:xfrm>
            <a:off x="3381375" y="13525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F503CA-31AE-4BED-868E-2AF3FA7C9BE2}"/>
              </a:ext>
            </a:extLst>
          </p:cNvPr>
          <p:cNvSpPr>
            <a:spLocks noGrp="1"/>
          </p:cNvSpPr>
          <p:nvPr/>
        </p:nvSpPr>
        <p:spPr>
          <a:xfrm>
            <a:off x="3457575" y="14252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08E17A-7A56-4161-9031-C7061E3DCE3A}"/>
              </a:ext>
            </a:extLst>
          </p:cNvPr>
          <p:cNvSpPr>
            <a:spLocks noGrp="1"/>
          </p:cNvSpPr>
          <p:nvPr/>
        </p:nvSpPr>
        <p:spPr>
          <a:xfrm>
            <a:off x="3381375" y="209550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B5AB66-130B-49CF-8297-430EB0B8B26A}"/>
              </a:ext>
            </a:extLst>
          </p:cNvPr>
          <p:cNvSpPr>
            <a:spLocks noGrp="1"/>
          </p:cNvSpPr>
          <p:nvPr/>
        </p:nvSpPr>
        <p:spPr>
          <a:xfrm>
            <a:off x="345757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C379E0-48FC-4D6C-B4FA-CCC63DBD9BCD}"/>
              </a:ext>
            </a:extLst>
          </p:cNvPr>
          <p:cNvSpPr>
            <a:spLocks noGrp="1"/>
          </p:cNvSpPr>
          <p:nvPr/>
        </p:nvSpPr>
        <p:spPr>
          <a:xfrm>
            <a:off x="3381375" y="28384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DA9970-284B-4E8F-998A-BD5DBBB9419D}"/>
              </a:ext>
            </a:extLst>
          </p:cNvPr>
          <p:cNvSpPr>
            <a:spLocks noGrp="1"/>
          </p:cNvSpPr>
          <p:nvPr/>
        </p:nvSpPr>
        <p:spPr>
          <a:xfrm>
            <a:off x="3457575" y="29111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Function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8CF8A2-DBCC-4D50-85D5-0E96EC50066A}"/>
              </a:ext>
            </a:extLst>
          </p:cNvPr>
          <p:cNvSpPr>
            <a:spLocks noGrp="1"/>
          </p:cNvSpPr>
          <p:nvPr/>
        </p:nvSpPr>
        <p:spPr>
          <a:xfrm>
            <a:off x="4524375" y="16573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82225-9AEC-4734-AAEE-2408B1911E98}"/>
              </a:ext>
            </a:extLst>
          </p:cNvPr>
          <p:cNvSpPr>
            <a:spLocks noGrp="1"/>
          </p:cNvSpPr>
          <p:nvPr/>
        </p:nvSpPr>
        <p:spPr>
          <a:xfrm>
            <a:off x="45243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D36166-621D-4426-BDD8-78BF44702EEB}"/>
              </a:ext>
            </a:extLst>
          </p:cNvPr>
          <p:cNvSpPr>
            <a:spLocks noGrp="1"/>
          </p:cNvSpPr>
          <p:nvPr/>
        </p:nvSpPr>
        <p:spPr>
          <a:xfrm>
            <a:off x="4524375" y="31432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E323B9-F208-429D-B10A-0103E07A52F4}"/>
              </a:ext>
            </a:extLst>
          </p:cNvPr>
          <p:cNvSpPr>
            <a:spLocks noGrp="1"/>
          </p:cNvSpPr>
          <p:nvPr/>
        </p:nvSpPr>
        <p:spPr>
          <a:xfrm>
            <a:off x="4914900" y="1657350"/>
            <a:ext cx="28575" cy="15049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4F7F51-B29B-450D-9D2D-49A0940A8CD7}"/>
              </a:ext>
            </a:extLst>
          </p:cNvPr>
          <p:cNvSpPr>
            <a:spLocks noGrp="1"/>
          </p:cNvSpPr>
          <p:nvPr/>
        </p:nvSpPr>
        <p:spPr>
          <a:xfrm>
            <a:off x="49434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611747-83B4-41EA-A69D-2699F998A6A3}"/>
              </a:ext>
            </a:extLst>
          </p:cNvPr>
          <p:cNvSpPr>
            <a:spLocks noGrp="1"/>
          </p:cNvSpPr>
          <p:nvPr/>
        </p:nvSpPr>
        <p:spPr>
          <a:xfrm>
            <a:off x="5343525" y="2095500"/>
            <a:ext cx="1200150" cy="6286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328CD7-8E78-44A0-AACB-87A4A9563470}"/>
              </a:ext>
            </a:extLst>
          </p:cNvPr>
          <p:cNvSpPr>
            <a:spLocks noGrp="1"/>
          </p:cNvSpPr>
          <p:nvPr/>
        </p:nvSpPr>
        <p:spPr>
          <a:xfrm>
            <a:off x="5419725" y="2168163"/>
            <a:ext cx="104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Reviewer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1E4C7A-C74D-4610-8447-30481DB61179}"/>
              </a:ext>
            </a:extLst>
          </p:cNvPr>
          <p:cNvSpPr>
            <a:spLocks noGrp="1"/>
          </p:cNvSpPr>
          <p:nvPr/>
        </p:nvSpPr>
        <p:spPr>
          <a:xfrm>
            <a:off x="65436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FF066-8819-4A61-9C0E-EED399B6C7F3}"/>
              </a:ext>
            </a:extLst>
          </p:cNvPr>
          <p:cNvSpPr>
            <a:spLocks noGrp="1"/>
          </p:cNvSpPr>
          <p:nvPr/>
        </p:nvSpPr>
        <p:spPr>
          <a:xfrm>
            <a:off x="6943725" y="2095500"/>
            <a:ext cx="11430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BE4CA4-EEA8-4AF2-92E2-42043375D87C}"/>
              </a:ext>
            </a:extLst>
          </p:cNvPr>
          <p:cNvSpPr>
            <a:spLocks noGrp="1"/>
          </p:cNvSpPr>
          <p:nvPr/>
        </p:nvSpPr>
        <p:spPr>
          <a:xfrm>
            <a:off x="701992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Resposta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845928-4D5E-40F6-9824-C37C0F0988DA}"/>
              </a:ext>
            </a:extLst>
          </p:cNvPr>
          <p:cNvSpPr>
            <a:spLocks noGrp="1"/>
          </p:cNvSpPr>
          <p:nvPr/>
        </p:nvSpPr>
        <p:spPr>
          <a:xfrm>
            <a:off x="3143250" y="3714749"/>
            <a:ext cx="3667125" cy="51516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09FEEC-1DFC-4F2C-BF66-9CC08C4BB430}"/>
              </a:ext>
            </a:extLst>
          </p:cNvPr>
          <p:cNvSpPr>
            <a:spLocks noGrp="1"/>
          </p:cNvSpPr>
          <p:nvPr/>
        </p:nvSpPr>
        <p:spPr>
          <a:xfrm>
            <a:off x="3314700" y="3799932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checkpoints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deixam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fluxo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retomável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31F867-B994-4F96-8A5F-2D5A94539F10}"/>
              </a:ext>
            </a:extLst>
          </p:cNvPr>
          <p:cNvSpPr>
            <a:spLocks noGrp="1"/>
          </p:cNvSpPr>
          <p:nvPr/>
        </p:nvSpPr>
        <p:spPr>
          <a:xfrm>
            <a:off x="457200" y="571500"/>
            <a:ext cx="5715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Padrões de orquestração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ACC1F3-4C5B-4EF6-AFE2-B0AAFE5A1414}"/>
              </a:ext>
            </a:extLst>
          </p:cNvPr>
          <p:cNvSpPr>
            <a:spLocks noGrp="1"/>
          </p:cNvSpPr>
          <p:nvPr/>
        </p:nvSpPr>
        <p:spPr>
          <a:xfrm>
            <a:off x="457200" y="12763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DE3C7-3FC7-4E99-98E3-4AD6C808BF56}"/>
              </a:ext>
            </a:extLst>
          </p:cNvPr>
          <p:cNvSpPr>
            <a:spLocks noGrp="1"/>
          </p:cNvSpPr>
          <p:nvPr/>
        </p:nvSpPr>
        <p:spPr>
          <a:xfrm>
            <a:off x="476250" y="144780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04BE35-7758-425A-9118-1C3BDC299DDC}"/>
              </a:ext>
            </a:extLst>
          </p:cNvPr>
          <p:cNvSpPr>
            <a:spLocks noGrp="1"/>
          </p:cNvSpPr>
          <p:nvPr/>
        </p:nvSpPr>
        <p:spPr>
          <a:xfrm>
            <a:off x="476250" y="149542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A5E09A-D895-4C96-A8F3-ED7D3E79F193}"/>
              </a:ext>
            </a:extLst>
          </p:cNvPr>
          <p:cNvSpPr>
            <a:spLocks noGrp="1"/>
          </p:cNvSpPr>
          <p:nvPr/>
        </p:nvSpPr>
        <p:spPr>
          <a:xfrm>
            <a:off x="1000125" y="1428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Sequencial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F74E09-3685-4BE1-B656-149E9AAD6D46}"/>
              </a:ext>
            </a:extLst>
          </p:cNvPr>
          <p:cNvSpPr>
            <a:spLocks noGrp="1"/>
          </p:cNvSpPr>
          <p:nvPr/>
        </p:nvSpPr>
        <p:spPr>
          <a:xfrm>
            <a:off x="1000125" y="171450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prepara o terreno para o próximo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A3F827-A398-4CA3-A1BD-A16B7EC2A5E6}"/>
              </a:ext>
            </a:extLst>
          </p:cNvPr>
          <p:cNvSpPr>
            <a:spLocks noGrp="1"/>
          </p:cNvSpPr>
          <p:nvPr/>
        </p:nvSpPr>
        <p:spPr>
          <a:xfrm>
            <a:off x="476250" y="216217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A2CF9-804F-4F20-BD17-6D9E6119360E}"/>
              </a:ext>
            </a:extLst>
          </p:cNvPr>
          <p:cNvSpPr>
            <a:spLocks noGrp="1"/>
          </p:cNvSpPr>
          <p:nvPr/>
        </p:nvSpPr>
        <p:spPr>
          <a:xfrm>
            <a:off x="476250" y="220980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1547E6-8CBF-48FB-8178-D83D6B78EA42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Paralelo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CEA0E9-E232-48AE-9AB3-FB61D0D1E1B3}"/>
              </a:ext>
            </a:extLst>
          </p:cNvPr>
          <p:cNvSpPr>
            <a:spLocks noGrp="1"/>
          </p:cNvSpPr>
          <p:nvPr/>
        </p:nvSpPr>
        <p:spPr>
          <a:xfrm>
            <a:off x="1000125" y="242887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analisam dimensões diferentes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E73584-D5A2-45C8-9244-EC21680B684C}"/>
              </a:ext>
            </a:extLst>
          </p:cNvPr>
          <p:cNvSpPr>
            <a:spLocks noGrp="1"/>
          </p:cNvSpPr>
          <p:nvPr/>
        </p:nvSpPr>
        <p:spPr>
          <a:xfrm>
            <a:off x="476250" y="287655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73DEF6-0E88-4C7B-8783-622C7F7A6A20}"/>
              </a:ext>
            </a:extLst>
          </p:cNvPr>
          <p:cNvSpPr>
            <a:spLocks noGrp="1"/>
          </p:cNvSpPr>
          <p:nvPr/>
        </p:nvSpPr>
        <p:spPr>
          <a:xfrm>
            <a:off x="476250" y="292417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C49807-2AA0-4149-8995-1E3D06E3AA73}"/>
              </a:ext>
            </a:extLst>
          </p:cNvPr>
          <p:cNvSpPr>
            <a:spLocks noGrp="1"/>
          </p:cNvSpPr>
          <p:nvPr/>
        </p:nvSpPr>
        <p:spPr>
          <a:xfrm>
            <a:off x="1000125" y="28575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A7AC8C-BFBC-4931-B1B7-B64CE529682F}"/>
              </a:ext>
            </a:extLst>
          </p:cNvPr>
          <p:cNvSpPr>
            <a:spLocks noGrp="1"/>
          </p:cNvSpPr>
          <p:nvPr/>
        </p:nvSpPr>
        <p:spPr>
          <a:xfrm>
            <a:off x="1000125" y="314325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controle muda de dono conforme o contexto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B1500-B70C-4D4A-AF39-0A1E20B1A3BE}"/>
              </a:ext>
            </a:extLst>
          </p:cNvPr>
          <p:cNvSpPr>
            <a:spLocks noGrp="1"/>
          </p:cNvSpPr>
          <p:nvPr/>
        </p:nvSpPr>
        <p:spPr>
          <a:xfrm>
            <a:off x="476250" y="359092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ADBD38-CE50-47E5-B687-C8611F18E0D2}"/>
              </a:ext>
            </a:extLst>
          </p:cNvPr>
          <p:cNvSpPr>
            <a:spLocks noGrp="1"/>
          </p:cNvSpPr>
          <p:nvPr/>
        </p:nvSpPr>
        <p:spPr>
          <a:xfrm>
            <a:off x="476250" y="363855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AEF672-7959-45E5-817E-0FE1D7B96E30}"/>
              </a:ext>
            </a:extLst>
          </p:cNvPr>
          <p:cNvSpPr>
            <a:spLocks noGrp="1"/>
          </p:cNvSpPr>
          <p:nvPr/>
        </p:nvSpPr>
        <p:spPr>
          <a:xfrm>
            <a:off x="1000125" y="357187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Crítico/revisor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0C3831-367C-4DF1-83AD-BB04A1093E10}"/>
              </a:ext>
            </a:extLst>
          </p:cNvPr>
          <p:cNvSpPr>
            <a:spLocks noGrp="1"/>
          </p:cNvSpPr>
          <p:nvPr/>
        </p:nvSpPr>
        <p:spPr>
          <a:xfrm>
            <a:off x="1000125" y="385762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valida risco, qualidade e aderência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E5BA11-03F7-4FA7-B2CA-38C356D129C7}"/>
              </a:ext>
            </a:extLst>
          </p:cNvPr>
          <p:cNvSpPr>
            <a:spLocks noGrp="1"/>
          </p:cNvSpPr>
          <p:nvPr/>
        </p:nvSpPr>
        <p:spPr>
          <a:xfrm>
            <a:off x="457200" y="4233862"/>
            <a:ext cx="5114109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padrão certo depende menos do nome bonito e mais do contrato de responsabilidade.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7F203A5-C8EB-4D04-B6BA-63ECCB2C3D8B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61912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agente precisa ter uma fronteira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9BA203-4702-4002-84A8-AEF8138BF1AC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5227B2-91CF-40AB-8469-27D79B9B0582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87A908-F622-4095-92FE-E8548D348015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0F709D-56B8-4007-A5D3-4AE5FFA4647E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B639A2-836E-4EEE-94DD-0057B31E46AE}"/>
              </a:ext>
            </a:extLst>
          </p:cNvPr>
          <p:cNvSpPr>
            <a:spLocks noGrp="1"/>
          </p:cNvSpPr>
          <p:nvPr/>
        </p:nvSpPr>
        <p:spPr>
          <a:xfrm>
            <a:off x="83820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quebra o objetivo em plano executável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239F96-EE26-4DBF-B6B5-27518024358D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03D0C1-01A1-49E2-A32E-84A430DFD689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12E667-84C9-497D-8B95-DD2B99EE9F77}"/>
              </a:ext>
            </a:extLst>
          </p:cNvPr>
          <p:cNvSpPr>
            <a:spLocks noGrp="1"/>
          </p:cNvSpPr>
          <p:nvPr/>
        </p:nvSpPr>
        <p:spPr>
          <a:xfrm>
            <a:off x="279082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8ADAFE-933C-440E-A9A4-AEA95770E405}"/>
              </a:ext>
            </a:extLst>
          </p:cNvPr>
          <p:cNvSpPr>
            <a:spLocks noGrp="1"/>
          </p:cNvSpPr>
          <p:nvPr/>
        </p:nvSpPr>
        <p:spPr>
          <a:xfrm>
            <a:off x="279082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busca contexto e evidências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965A9C-2CAE-4710-9B54-FE0193B56FDB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CD152D-51C6-4458-8E6D-C92E545DE8BD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E076F6-9484-4EBA-910B-A4EB2E53E93B}"/>
              </a:ext>
            </a:extLst>
          </p:cNvPr>
          <p:cNvSpPr>
            <a:spLocks noGrp="1"/>
          </p:cNvSpPr>
          <p:nvPr/>
        </p:nvSpPr>
        <p:spPr>
          <a:xfrm>
            <a:off x="474345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75F4A9-9928-4933-9308-0D8EDF7011CA}"/>
              </a:ext>
            </a:extLst>
          </p:cNvPr>
          <p:cNvSpPr>
            <a:spLocks noGrp="1"/>
          </p:cNvSpPr>
          <p:nvPr/>
        </p:nvSpPr>
        <p:spPr>
          <a:xfrm>
            <a:off x="474345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chama APIs, funções e ferramentas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D08CCE-2737-4421-ADA6-3E60A7FF1CF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C17CC7-E5A6-4CD0-AE17-77E4C46F3C3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76200" cy="1428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D223DE-859F-4640-85A6-EA61DCEEE592}"/>
              </a:ext>
            </a:extLst>
          </p:cNvPr>
          <p:cNvSpPr>
            <a:spLocks noGrp="1"/>
          </p:cNvSpPr>
          <p:nvPr/>
        </p:nvSpPr>
        <p:spPr>
          <a:xfrm>
            <a:off x="669607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42FC0-E688-4773-BCCA-02576EC74428}"/>
              </a:ext>
            </a:extLst>
          </p:cNvPr>
          <p:cNvSpPr>
            <a:spLocks noGrp="1"/>
          </p:cNvSpPr>
          <p:nvPr/>
        </p:nvSpPr>
        <p:spPr>
          <a:xfrm>
            <a:off x="669607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confere qualidade, riscos e próximos passos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54891-FF82-45D7-9179-1BE40CC9B3A3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6953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Bom sinal: você consegue trocar um agente sem reescrever a aplicação inteira.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763F-C1D7-AAC7-0029-317B7F009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>
            <a:extLst>
              <a:ext uri="{FF2B5EF4-FFF2-40B4-BE49-F238E27FC236}">
                <a16:creationId xmlns:a16="http://schemas.microsoft.com/office/drawing/2014/main" id="{F5099406-DE9F-E6D5-1601-8A6DC5841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D21D8EF-BE24-5033-5E12-D89442837F6B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61912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Microsoft Agent Framework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39422C-CE67-D8D0-9626-F035105E72E2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C2D705-2535-8C98-7921-87A17B421667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6D9C46-5F4C-9839-3525-A35C8DAD2EF6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19D9D7-873C-FBAF-EA1A-E742ABB62008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Agents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9D9C9F-89D2-C2C7-FDA6-CC2CBAA462EF}"/>
              </a:ext>
            </a:extLst>
          </p:cNvPr>
          <p:cNvSpPr>
            <a:spLocks noGrp="1"/>
          </p:cNvSpPr>
          <p:nvPr/>
        </p:nvSpPr>
        <p:spPr>
          <a:xfrm>
            <a:off x="83820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Permite a execução de agentes usando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LLMs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Tools, servidores MCP, com suporte ao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Foundry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OpenAI,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Ollama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etc.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E0FAA5-B4FE-2D78-BB72-55C4EB89BFDB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58DA4C-B016-BAE9-AF26-03C76CF1ADE4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B0DFD-02F2-392A-1625-9590F4AE86F3}"/>
              </a:ext>
            </a:extLst>
          </p:cNvPr>
          <p:cNvSpPr>
            <a:spLocks noGrp="1"/>
          </p:cNvSpPr>
          <p:nvPr/>
        </p:nvSpPr>
        <p:spPr>
          <a:xfrm>
            <a:off x="279082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71CCFA-F292-BB02-F434-0A1E84D83B92}"/>
              </a:ext>
            </a:extLst>
          </p:cNvPr>
          <p:cNvSpPr>
            <a:spLocks noGrp="1"/>
          </p:cNvSpPr>
          <p:nvPr/>
        </p:nvSpPr>
        <p:spPr>
          <a:xfrm>
            <a:off x="279082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Consegue automatizar workflows entre </a:t>
            </a:r>
            <a:r>
              <a:rPr lang="pt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diferentes agentes, provedores, tools, etc.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CE68B-251A-58CB-B753-50E743A060AE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0F7892-4CDF-AD62-E8E7-0151638A18D1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2C3DC8-5B04-F0A1-6D9F-EC2FDD0A4D1F}"/>
              </a:ext>
            </a:extLst>
          </p:cNvPr>
          <p:cNvSpPr>
            <a:spLocks noGrp="1"/>
          </p:cNvSpPr>
          <p:nvPr/>
        </p:nvSpPr>
        <p:spPr>
          <a:xfrm>
            <a:off x="474345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Open </a:t>
            </a:r>
            <a:r>
              <a:rPr lang="pt-BR" sz="120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1C3EE5-08BD-FE04-D093-7FE409F16FE9}"/>
              </a:ext>
            </a:extLst>
          </p:cNvPr>
          <p:cNvSpPr>
            <a:spLocks noGrp="1"/>
          </p:cNvSpPr>
          <p:nvPr/>
        </p:nvSpPr>
        <p:spPr>
          <a:xfrm>
            <a:off x="474345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100% open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</a:t>
            </a:r>
            <a:r>
              <a:rPr lang="pt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disponível no GitHub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BCE332-5B5E-3343-8AD6-08A89483A948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C1E28D-9380-065A-7B46-9E442F93B7E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76200" cy="1428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ADDA3F-B67F-DEA6-E048-E084159EA056}"/>
              </a:ext>
            </a:extLst>
          </p:cNvPr>
          <p:cNvSpPr>
            <a:spLocks noGrp="1"/>
          </p:cNvSpPr>
          <p:nvPr/>
        </p:nvSpPr>
        <p:spPr>
          <a:xfrm>
            <a:off x="669607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Suporte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EFD2F5-9B52-BE16-6558-87DD8C25915D}"/>
              </a:ext>
            </a:extLst>
          </p:cNvPr>
          <p:cNvSpPr>
            <a:spLocks noGrp="1"/>
          </p:cNvSpPr>
          <p:nvPr/>
        </p:nvSpPr>
        <p:spPr>
          <a:xfrm>
            <a:off x="669607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Suporte a C# e Python atualmente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C1B772-ED37-05D5-7B4E-3BC002AC6F0E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6953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5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https://</a:t>
            </a:r>
            <a:r>
              <a:rPr lang="en-US" sz="150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</a:t>
            </a:r>
            <a:r>
              <a:rPr lang="en-US" sz="15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/</a:t>
            </a:r>
            <a:r>
              <a:rPr lang="en-US" sz="150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microsoft</a:t>
            </a:r>
            <a:r>
              <a:rPr lang="en-US" sz="15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/agent-framework</a:t>
            </a:r>
            <a:endParaRPr sz="15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439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988E1B1-76FE-4502-86A6-D2FE6C275695}"/>
              </a:ext>
            </a:extLst>
          </p:cNvPr>
          <p:cNvSpPr>
            <a:spLocks noGrp="1"/>
          </p:cNvSpPr>
          <p:nvPr/>
        </p:nvSpPr>
        <p:spPr>
          <a:xfrm>
            <a:off x="457200" y="4191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defRPr>
            </a:pPr>
            <a:r>
              <a: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rPr>
              <a:t>/08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FAAF43-71EB-4925-8AE6-C0983CAC4D29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645958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Demo: do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objetivo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plano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revisado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8706F-ADC4-4AC4-BA56-820B66076433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FB24DD-4DD9-4739-8D73-AE0630AAB85B}"/>
              </a:ext>
            </a:extLst>
          </p:cNvPr>
          <p:cNvSpPr>
            <a:spLocks noGrp="1"/>
          </p:cNvSpPr>
          <p:nvPr/>
        </p:nvSpPr>
        <p:spPr>
          <a:xfrm>
            <a:off x="457200" y="1571625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Cenário proposto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17DF89-C18A-4CC7-BBF4-89ABA506C926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334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usuário informa um objetivo. O workflow divide a tarefa, aciona agentes especializados, acompanha eventos em tempo real e entrega um plano final com justificativa e riscos.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786B9-5C16-459A-AB37-D50ED8207927}"/>
              </a:ext>
            </a:extLst>
          </p:cNvPr>
          <p:cNvSpPr>
            <a:spLocks noGrp="1"/>
          </p:cNvSpPr>
          <p:nvPr/>
        </p:nvSpPr>
        <p:spPr>
          <a:xfrm>
            <a:off x="5334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A8EB9-D673-4985-9A7F-808F49FC7D4E}"/>
              </a:ext>
            </a:extLst>
          </p:cNvPr>
          <p:cNvSpPr>
            <a:spLocks noGrp="1"/>
          </p:cNvSpPr>
          <p:nvPr/>
        </p:nvSpPr>
        <p:spPr>
          <a:xfrm>
            <a:off x="6096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Objetivo</a:t>
            </a:r>
            <a:endParaRPr sz="8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1EA30C-22B4-4327-9EEB-0C5DD570F0F7}"/>
              </a:ext>
            </a:extLst>
          </p:cNvPr>
          <p:cNvSpPr>
            <a:spLocks noGrp="1"/>
          </p:cNvSpPr>
          <p:nvPr/>
        </p:nvSpPr>
        <p:spPr>
          <a:xfrm>
            <a:off x="12573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8AAE21-C9DC-4D6A-BB2D-C4BFE88168A3}"/>
              </a:ext>
            </a:extLst>
          </p:cNvPr>
          <p:cNvSpPr>
            <a:spLocks noGrp="1"/>
          </p:cNvSpPr>
          <p:nvPr/>
        </p:nvSpPr>
        <p:spPr>
          <a:xfrm>
            <a:off x="14097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D62A-590B-42A6-9FBF-C116606312DD}"/>
              </a:ext>
            </a:extLst>
          </p:cNvPr>
          <p:cNvSpPr>
            <a:spLocks noGrp="1"/>
          </p:cNvSpPr>
          <p:nvPr/>
        </p:nvSpPr>
        <p:spPr>
          <a:xfrm>
            <a:off x="14859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71FE11-815B-4E43-84BF-3C66E74944CB}"/>
              </a:ext>
            </a:extLst>
          </p:cNvPr>
          <p:cNvSpPr>
            <a:spLocks noGrp="1"/>
          </p:cNvSpPr>
          <p:nvPr/>
        </p:nvSpPr>
        <p:spPr>
          <a:xfrm>
            <a:off x="21336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9E0FC1-DB1A-4BC2-BE6E-8A732EE0668D}"/>
              </a:ext>
            </a:extLst>
          </p:cNvPr>
          <p:cNvSpPr>
            <a:spLocks noGrp="1"/>
          </p:cNvSpPr>
          <p:nvPr/>
        </p:nvSpPr>
        <p:spPr>
          <a:xfrm>
            <a:off x="22860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91B892-C6F5-4569-BB2E-5A1636E8A1F2}"/>
              </a:ext>
            </a:extLst>
          </p:cNvPr>
          <p:cNvSpPr>
            <a:spLocks noGrp="1"/>
          </p:cNvSpPr>
          <p:nvPr/>
        </p:nvSpPr>
        <p:spPr>
          <a:xfrm>
            <a:off x="23622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Pesquisa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3805A6-6ACE-4E50-BA1D-520492CDD72E}"/>
              </a:ext>
            </a:extLst>
          </p:cNvPr>
          <p:cNvSpPr>
            <a:spLocks noGrp="1"/>
          </p:cNvSpPr>
          <p:nvPr/>
        </p:nvSpPr>
        <p:spPr>
          <a:xfrm>
            <a:off x="30099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3E322A-4C2C-44B5-9BDD-BD233E4D6B3E}"/>
              </a:ext>
            </a:extLst>
          </p:cNvPr>
          <p:cNvSpPr>
            <a:spLocks noGrp="1"/>
          </p:cNvSpPr>
          <p:nvPr/>
        </p:nvSpPr>
        <p:spPr>
          <a:xfrm>
            <a:off x="31623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8C83C0-48BC-4EB5-8D23-2282438B0E2F}"/>
              </a:ext>
            </a:extLst>
          </p:cNvPr>
          <p:cNvSpPr>
            <a:spLocks noGrp="1"/>
          </p:cNvSpPr>
          <p:nvPr/>
        </p:nvSpPr>
        <p:spPr>
          <a:xfrm>
            <a:off x="32385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Execução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B77C1B-7CBD-4876-830C-6788FA430392}"/>
              </a:ext>
            </a:extLst>
          </p:cNvPr>
          <p:cNvSpPr>
            <a:spLocks noGrp="1"/>
          </p:cNvSpPr>
          <p:nvPr/>
        </p:nvSpPr>
        <p:spPr>
          <a:xfrm>
            <a:off x="38862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15A25F-8A84-4B9A-AE24-BEAE02C63DB3}"/>
              </a:ext>
            </a:extLst>
          </p:cNvPr>
          <p:cNvSpPr>
            <a:spLocks noGrp="1"/>
          </p:cNvSpPr>
          <p:nvPr/>
        </p:nvSpPr>
        <p:spPr>
          <a:xfrm>
            <a:off x="40386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99CD0A-EC99-432F-8D7D-FC2F86DE9094}"/>
              </a:ext>
            </a:extLst>
          </p:cNvPr>
          <p:cNvSpPr>
            <a:spLocks noGrp="1"/>
          </p:cNvSpPr>
          <p:nvPr/>
        </p:nvSpPr>
        <p:spPr>
          <a:xfrm>
            <a:off x="41148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Revisão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8A313A-64F9-44D6-A3C6-831A2ED74A65}"/>
              </a:ext>
            </a:extLst>
          </p:cNvPr>
          <p:cNvSpPr>
            <a:spLocks noGrp="1"/>
          </p:cNvSpPr>
          <p:nvPr/>
        </p:nvSpPr>
        <p:spPr>
          <a:xfrm>
            <a:off x="47625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E99DFB-A5A4-4775-A688-70F231DB03F0}"/>
              </a:ext>
            </a:extLst>
          </p:cNvPr>
          <p:cNvSpPr>
            <a:spLocks noGrp="1"/>
          </p:cNvSpPr>
          <p:nvPr/>
        </p:nvSpPr>
        <p:spPr>
          <a:xfrm>
            <a:off x="49149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E2F292-7321-43DC-A9FE-8DEFB20381FF}"/>
              </a:ext>
            </a:extLst>
          </p:cNvPr>
          <p:cNvSpPr>
            <a:spLocks noGrp="1"/>
          </p:cNvSpPr>
          <p:nvPr/>
        </p:nvSpPr>
        <p:spPr>
          <a:xfrm>
            <a:off x="49911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Resposta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29CBF-0ADB-4935-83EB-CA66C37620D1}"/>
              </a:ext>
            </a:extLst>
          </p:cNvPr>
          <p:cNvSpPr>
            <a:spLocks noGrp="1"/>
          </p:cNvSpPr>
          <p:nvPr/>
        </p:nvSpPr>
        <p:spPr>
          <a:xfrm>
            <a:off x="457200" y="4095750"/>
            <a:ext cx="5429250" cy="43815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demo deve vender o raciocínio do fluxo, não só a resposta bonita no fim.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2C17C4-5A16-4E71-A0D2-6092C57E821E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619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como cockpit do 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FBB6C8-84EC-4136-A6DB-A0AB66892E8F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6E84-6E1F-4E2B-9F1F-9CE6962F28F0}"/>
              </a:ext>
            </a:extLst>
          </p:cNvPr>
          <p:cNvSpPr>
            <a:spLocks noGrp="1"/>
          </p:cNvSpPr>
          <p:nvPr/>
        </p:nvSpPr>
        <p:spPr>
          <a:xfrm>
            <a:off x="590550" y="1638300"/>
            <a:ext cx="1285875" cy="6667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082241-7DFE-4B9F-8B30-84CF3C0218B5}"/>
              </a:ext>
            </a:extLst>
          </p:cNvPr>
          <p:cNvSpPr>
            <a:spLocks noGrp="1"/>
          </p:cNvSpPr>
          <p:nvPr/>
        </p:nvSpPr>
        <p:spPr>
          <a:xfrm>
            <a:off x="6667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Blazor UI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stream + estado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8BF201-2A20-404D-B2DF-73585A39E6F7}"/>
              </a:ext>
            </a:extLst>
          </p:cNvPr>
          <p:cNvSpPr>
            <a:spLocks noGrp="1"/>
          </p:cNvSpPr>
          <p:nvPr/>
        </p:nvSpPr>
        <p:spPr>
          <a:xfrm>
            <a:off x="1876425" y="1962150"/>
            <a:ext cx="45720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7A3D6-B550-436C-BB41-4B483E58DF77}"/>
              </a:ext>
            </a:extLst>
          </p:cNvPr>
          <p:cNvSpPr>
            <a:spLocks noGrp="1"/>
          </p:cNvSpPr>
          <p:nvPr/>
        </p:nvSpPr>
        <p:spPr>
          <a:xfrm>
            <a:off x="2333625" y="1638300"/>
            <a:ext cx="1285875" cy="6667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C35BA3-7ECB-4A22-A79F-DAB34F5A3B7F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.NET API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Workflow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96E9A6-9735-434F-86F1-E4C7B2DEE73F}"/>
              </a:ext>
            </a:extLst>
          </p:cNvPr>
          <p:cNvSpPr>
            <a:spLocks noGrp="1"/>
          </p:cNvSpPr>
          <p:nvPr/>
        </p:nvSpPr>
        <p:spPr>
          <a:xfrm>
            <a:off x="3619500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82C47A-0225-485E-A81B-36B5D6B6B602}"/>
              </a:ext>
            </a:extLst>
          </p:cNvPr>
          <p:cNvSpPr>
            <a:spLocks noGrp="1"/>
          </p:cNvSpPr>
          <p:nvPr/>
        </p:nvSpPr>
        <p:spPr>
          <a:xfrm>
            <a:off x="4057650" y="1638300"/>
            <a:ext cx="1285875" cy="6667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22F060-E9A0-4330-BED8-167111375699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5AEAA0-9273-4C61-A403-F82AB7738E3E}"/>
              </a:ext>
            </a:extLst>
          </p:cNvPr>
          <p:cNvSpPr>
            <a:spLocks noGrp="1"/>
          </p:cNvSpPr>
          <p:nvPr/>
        </p:nvSpPr>
        <p:spPr>
          <a:xfrm>
            <a:off x="5343525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647AB0-0512-42D5-97D0-E4BA9C594C31}"/>
              </a:ext>
            </a:extLst>
          </p:cNvPr>
          <p:cNvSpPr>
            <a:spLocks noGrp="1"/>
          </p:cNvSpPr>
          <p:nvPr/>
        </p:nvSpPr>
        <p:spPr>
          <a:xfrm>
            <a:off x="5781675" y="1638300"/>
            <a:ext cx="1381125" cy="6667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7BA5E1-1FC3-4328-8F4D-D7A838794310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122872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 OpenAI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Foundry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F8C3AB-06CE-4174-A35B-092ED4309082}"/>
              </a:ext>
            </a:extLst>
          </p:cNvPr>
          <p:cNvSpPr>
            <a:spLocks noGrp="1"/>
          </p:cNvSpPr>
          <p:nvPr/>
        </p:nvSpPr>
        <p:spPr>
          <a:xfrm>
            <a:off x="31432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DA33E3-426C-4E33-A7BE-DCDDB01CF732}"/>
              </a:ext>
            </a:extLst>
          </p:cNvPr>
          <p:cNvSpPr>
            <a:spLocks noGrp="1"/>
          </p:cNvSpPr>
          <p:nvPr/>
        </p:nvSpPr>
        <p:spPr>
          <a:xfrm>
            <a:off x="2857500" y="2686050"/>
            <a:ext cx="4000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  <p:txBody>
          <a:bodyPr/>
          <a:lstStyle/>
          <a:p>
            <a:endParaRPr lang="en-B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DC0C88-9366-4A0A-9E37-A213307091D5}"/>
              </a:ext>
            </a:extLst>
          </p:cNvPr>
          <p:cNvSpPr>
            <a:spLocks noGrp="1"/>
          </p:cNvSpPr>
          <p:nvPr/>
        </p:nvSpPr>
        <p:spPr>
          <a:xfrm>
            <a:off x="32194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587728-2F17-4261-8FCB-5172DB165E19}"/>
              </a:ext>
            </a:extLst>
          </p:cNvPr>
          <p:cNvSpPr>
            <a:spLocks noGrp="1"/>
          </p:cNvSpPr>
          <p:nvPr/>
        </p:nvSpPr>
        <p:spPr>
          <a:xfrm>
            <a:off x="43624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EA5FE3-9A14-49D4-A810-C39359A8F686}"/>
              </a:ext>
            </a:extLst>
          </p:cNvPr>
          <p:cNvSpPr>
            <a:spLocks noGrp="1"/>
          </p:cNvSpPr>
          <p:nvPr/>
        </p:nvSpPr>
        <p:spPr>
          <a:xfrm>
            <a:off x="44386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F8AF1D-2BA6-441F-A72B-749C93E43717}"/>
              </a:ext>
            </a:extLst>
          </p:cNvPr>
          <p:cNvSpPr>
            <a:spLocks noGrp="1"/>
          </p:cNvSpPr>
          <p:nvPr/>
        </p:nvSpPr>
        <p:spPr>
          <a:xfrm>
            <a:off x="55816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684766-4E6D-4FB8-A93D-1762808272B8}"/>
              </a:ext>
            </a:extLst>
          </p:cNvPr>
          <p:cNvSpPr>
            <a:spLocks noGrp="1"/>
          </p:cNvSpPr>
          <p:nvPr/>
        </p:nvSpPr>
        <p:spPr>
          <a:xfrm>
            <a:off x="56578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0E4B1F-7F48-4CB7-B511-DE57B7670BB1}"/>
              </a:ext>
            </a:extLst>
          </p:cNvPr>
          <p:cNvSpPr>
            <a:spLocks noGrp="1"/>
          </p:cNvSpPr>
          <p:nvPr/>
        </p:nvSpPr>
        <p:spPr>
          <a:xfrm>
            <a:off x="41338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673C2D-DEAB-42EE-B4AA-7FA3EF75A2C4}"/>
              </a:ext>
            </a:extLst>
          </p:cNvPr>
          <p:cNvSpPr>
            <a:spLocks noGrp="1"/>
          </p:cNvSpPr>
          <p:nvPr/>
        </p:nvSpPr>
        <p:spPr>
          <a:xfrm>
            <a:off x="53530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ED0024-B85B-42E1-AF4A-14D1CCE7CE27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7048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Ferramentas: APIs, MCP, banco, arquivos, serviços internos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8F3ECA-1717-4347-B2EE-04BA4DC0BEA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separa demo de produto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BFE37E-2851-4FB8-A528-3E66C6EE061E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449C99-C1C5-43FB-BA3F-56C789649782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C846B3-0C05-4E05-B2AC-5BA8729A309D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708719-9DD6-4741-8BDF-6FAC90424DF4}"/>
              </a:ext>
            </a:extLst>
          </p:cNvPr>
          <p:cNvSpPr>
            <a:spLocks noGrp="1"/>
          </p:cNvSpPr>
          <p:nvPr/>
        </p:nvSpPr>
        <p:spPr>
          <a:xfrm>
            <a:off x="76200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9EB19-9715-4198-B7E0-99F6374DE0A4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checkpoint, retomada e idempotência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14375-4550-4554-AACC-3F04728BE38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A993F-AFFF-4633-A8F6-2F8DAD3153E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FB6CCD-39B8-4A19-972C-F3C1E3BAC0AD}"/>
              </a:ext>
            </a:extLst>
          </p:cNvPr>
          <p:cNvSpPr>
            <a:spLocks noGrp="1"/>
          </p:cNvSpPr>
          <p:nvPr/>
        </p:nvSpPr>
        <p:spPr>
          <a:xfrm>
            <a:off x="3286125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A6D45-6E21-42EF-837A-C88601C763A3}"/>
              </a:ext>
            </a:extLst>
          </p:cNvPr>
          <p:cNvSpPr>
            <a:spLocks noGrp="1"/>
          </p:cNvSpPr>
          <p:nvPr/>
        </p:nvSpPr>
        <p:spPr>
          <a:xfrm>
            <a:off x="3286125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eventos, traces, custo e latência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06BD08-0827-4FEA-A1DA-40DF266442DA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BA86F-C51F-46E7-8009-23D36B25CD3C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76200" cy="1000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2B648-B47C-44B9-8864-A16A0C111B11}"/>
              </a:ext>
            </a:extLst>
          </p:cNvPr>
          <p:cNvSpPr>
            <a:spLocks noGrp="1"/>
          </p:cNvSpPr>
          <p:nvPr/>
        </p:nvSpPr>
        <p:spPr>
          <a:xfrm>
            <a:off x="581025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E8ED4D-72B2-4A3C-83E8-79DE4F3F3022}"/>
              </a:ext>
            </a:extLst>
          </p:cNvPr>
          <p:cNvSpPr>
            <a:spLocks noGrp="1"/>
          </p:cNvSpPr>
          <p:nvPr/>
        </p:nvSpPr>
        <p:spPr>
          <a:xfrm>
            <a:off x="581025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escopo de ferramentas e aprovação humana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592FD6-6FF3-4143-8040-649AAD6B507E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DA220-FEBC-48FE-BE0D-7C4A910C8534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FF2FD6-B149-47A2-85EF-48DA6055BF8B}"/>
              </a:ext>
            </a:extLst>
          </p:cNvPr>
          <p:cNvSpPr>
            <a:spLocks noGrp="1"/>
          </p:cNvSpPr>
          <p:nvPr/>
        </p:nvSpPr>
        <p:spPr>
          <a:xfrm>
            <a:off x="2019300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Avaliação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0B85CD-00B3-465C-BF7A-8163C17C11B7}"/>
              </a:ext>
            </a:extLst>
          </p:cNvPr>
          <p:cNvSpPr>
            <a:spLocks noGrp="1"/>
          </p:cNvSpPr>
          <p:nvPr/>
        </p:nvSpPr>
        <p:spPr>
          <a:xfrm>
            <a:off x="2019300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testes de fluxo, regressão e qualidade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AC5602-7846-48F5-9C99-320D48E66AC8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2A5531-0FF7-4AF1-B379-797075AFEC70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4A2355-BDC2-476E-8449-4D7A58940C38}"/>
              </a:ext>
            </a:extLst>
          </p:cNvPr>
          <p:cNvSpPr>
            <a:spLocks noGrp="1"/>
          </p:cNvSpPr>
          <p:nvPr/>
        </p:nvSpPr>
        <p:spPr>
          <a:xfrm>
            <a:off x="4543425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UX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87D04C-EAF6-4BD3-9917-0FC0660E047B}"/>
              </a:ext>
            </a:extLst>
          </p:cNvPr>
          <p:cNvSpPr>
            <a:spLocks noGrp="1"/>
          </p:cNvSpPr>
          <p:nvPr/>
        </p:nvSpPr>
        <p:spPr>
          <a:xfrm>
            <a:off x="4543425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progresso claro e intervenção no momento certo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B160EC2-0497-4D06-93E1-1573696148C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 a demo para casa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ECDBAA-F879-4E82-9D86-9BEB14534812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2D1649-FE35-443D-B68B-98BD30B70849}"/>
              </a:ext>
            </a:extLst>
          </p:cNvPr>
          <p:cNvSpPr>
            <a:spLocks noGrp="1"/>
          </p:cNvSpPr>
          <p:nvPr/>
        </p:nvSpPr>
        <p:spPr>
          <a:xfrm>
            <a:off x="457200" y="1676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Repositório da demo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D6956-D173-4DAD-85CA-8159EF17E007}"/>
              </a:ext>
            </a:extLst>
          </p:cNvPr>
          <p:cNvSpPr>
            <a:spLocks noGrp="1"/>
          </p:cNvSpPr>
          <p:nvPr/>
        </p:nvSpPr>
        <p:spPr>
          <a:xfrm>
            <a:off x="457200" y="2057400"/>
            <a:ext cx="7243354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95250" rIns="133350" bIns="76200" anchor="t"/>
          <a:lstStyle/>
          <a:p>
            <a:pPr algn="l">
              <a:defRPr sz="16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github.com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gustavobigardi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mvpconf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blazor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agent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-workflow</a:t>
            </a:r>
            <a:endParaRPr sz="1650" b="1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6F197F-0A28-C804-2CAE-A6B654A43B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275463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9A1C-5213-39BF-E5B7-35F330CE1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>
            <a:extLst>
              <a:ext uri="{FF2B5EF4-FFF2-40B4-BE49-F238E27FC236}">
                <a16:creationId xmlns:a16="http://schemas.microsoft.com/office/drawing/2014/main" id="{3EA1D4B5-0437-2B9D-8C2D-9A5F27508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9E1243-FF3C-ACBC-B0FB-641433894553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Mais sobre o MAF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2C27F-1B49-B4E5-DC0F-E3EC3833FC0D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33DC24-CE32-E5AA-0680-31430A86BC08}"/>
              </a:ext>
            </a:extLst>
          </p:cNvPr>
          <p:cNvSpPr>
            <a:spLocks noGrp="1"/>
          </p:cNvSpPr>
          <p:nvPr/>
        </p:nvSpPr>
        <p:spPr>
          <a:xfrm>
            <a:off x="457200" y="1676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4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 da documentação</a:t>
            </a:r>
            <a:endParaRPr sz="14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E14272-AC60-33E1-A819-828B03380FD2}"/>
              </a:ext>
            </a:extLst>
          </p:cNvPr>
          <p:cNvSpPr>
            <a:spLocks noGrp="1"/>
          </p:cNvSpPr>
          <p:nvPr/>
        </p:nvSpPr>
        <p:spPr>
          <a:xfrm>
            <a:off x="457200" y="2057400"/>
            <a:ext cx="7243354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95250" rIns="133350" bIns="76200" anchor="ctr"/>
          <a:lstStyle/>
          <a:p>
            <a:pPr>
              <a:defRPr sz="16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https://</a:t>
            </a:r>
            <a:r>
              <a:rPr lang="en-US" sz="140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learn.microsoft.com</a:t>
            </a: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en-US" sz="140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en</a:t>
            </a: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-us/agent-framework/overview/</a:t>
            </a:r>
            <a:endParaRPr sz="1400" b="1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1F76A8-0BE1-6D9D-9009-B4D790401E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377" y="275463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91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205912-B1D1-4B0D-9835-E63E7AF70B14}"/>
              </a:ext>
            </a:extLst>
          </p:cNvPr>
          <p:cNvSpPr>
            <a:spLocks noGrp="1"/>
          </p:cNvSpPr>
          <p:nvPr/>
        </p:nvSpPr>
        <p:spPr>
          <a:xfrm>
            <a:off x="2114550" y="2781300"/>
            <a:ext cx="3905250" cy="11239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73722-DBCF-40C3-90A2-5EB374FC2E21}"/>
              </a:ext>
            </a:extLst>
          </p:cNvPr>
          <p:cNvSpPr>
            <a:spLocks noGrp="1"/>
          </p:cNvSpPr>
          <p:nvPr/>
        </p:nvSpPr>
        <p:spPr>
          <a:xfrm>
            <a:off x="3333750" y="2895600"/>
            <a:ext cx="2190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641B29-37C7-4FB5-9552-5476EFC2B3A2}"/>
              </a:ext>
            </a:extLst>
          </p:cNvPr>
          <p:cNvSpPr>
            <a:spLocks noGrp="1"/>
          </p:cNvSpPr>
          <p:nvPr/>
        </p:nvSpPr>
        <p:spPr>
          <a:xfrm>
            <a:off x="3333750" y="3276600"/>
            <a:ext cx="2857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Demo e slides</a:t>
            </a:r>
            <a:r>
              <a:rPr lang="pt-BR"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pt-BR" sz="97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no repositório</a:t>
            </a:r>
            <a:endParaRPr sz="975" b="0" dirty="0">
              <a:solidFill>
                <a:srgbClr val="111111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80744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738</Words>
  <Application>Microsoft Macintosh PowerPoint</Application>
  <DocSecurity>0</DocSecurity>
  <PresentationFormat>On-screen Show (16:9)</PresentationFormat>
  <Paragraphs>141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Gustavo Bellini Bigardi</cp:lastModifiedBy>
  <cp:revision>9</cp:revision>
  <dcterms:created xsi:type="dcterms:W3CDTF">2026-06-10T23:29:07Z</dcterms:created>
  <dcterms:modified xsi:type="dcterms:W3CDTF">2026-06-12T11:58:41Z</dcterms:modified>
</cp:coreProperties>
</file>